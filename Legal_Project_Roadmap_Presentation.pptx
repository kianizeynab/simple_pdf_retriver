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Legal Document Processing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Completed Work &amp; Future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Overview</a:t>
            </a:r>
          </a:p>
          <a:p>
            <a:r>
              <a:t>2. Completed Work</a:t>
            </a:r>
          </a:p>
          <a:p>
            <a:r>
              <a:t>3. Future Work - Text Preprocessing</a:t>
            </a:r>
          </a:p>
          <a:p>
            <a:r>
              <a:t>4. Future Work - Embeddings &amp; BM25</a:t>
            </a:r>
          </a:p>
          <a:p>
            <a:r>
              <a:t>5. Future Work - Legal Retrieval &amp; Fusion</a:t>
            </a:r>
          </a:p>
          <a:p>
            <a:r>
              <a:t>6. Future Work - Graph Augmented Legal RAG</a:t>
            </a:r>
          </a:p>
          <a:p>
            <a:r>
              <a:t>7. Future Work - Legal Reranker</a:t>
            </a:r>
          </a:p>
          <a:p>
            <a:r>
              <a:t>8. 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for legal document ingestion, processing, and retrieval.</a:t>
            </a:r>
          </a:p>
          <a:p>
            <a:r>
              <a:t>Combines OCR, chunking, embeddings, and advanced retrieval techniques.</a:t>
            </a:r>
          </a:p>
          <a:p>
            <a:r>
              <a:t>Goal: improve search and understanding of legal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up Python/FastAPI backend.</a:t>
            </a:r>
          </a:p>
          <a:p>
            <a:r>
              <a:t>Implemented PDF ingestion and vectorstore creation.</a:t>
            </a:r>
          </a:p>
          <a:p>
            <a:r>
              <a:t>Integrated multilingual embeddings.</a:t>
            </a:r>
          </a:p>
          <a:p>
            <a:r>
              <a:t>Added reranking model using CrossEncoder.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- 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1.1 OCR: Improve with Tesseract fine-tuned for Spanish &amp; English or use </a:t>
            </a:r>
            <a:r>
              <a:rPr sz="2000" dirty="0" err="1"/>
              <a:t>langchain</a:t>
            </a:r>
            <a:r>
              <a:rPr sz="2000" dirty="0"/>
              <a:t>-</a:t>
            </a:r>
            <a:r>
              <a:rPr sz="2000" dirty="0" err="1"/>
              <a:t>ocr</a:t>
            </a:r>
            <a:r>
              <a:rPr sz="2000" dirty="0"/>
              <a:t>-lib.</a:t>
            </a:r>
          </a:p>
          <a:p>
            <a:r>
              <a:rPr sz="2000" dirty="0"/>
              <a:t>1.2 Legal Chunking: Split documents into segments aligned with legal structure.</a:t>
            </a:r>
          </a:p>
          <a:p>
            <a:r>
              <a:rPr sz="2000" dirty="0"/>
              <a:t>1.3 Legal Context Generation: Generate context for each segment including:</a:t>
            </a:r>
          </a:p>
          <a:p>
            <a:r>
              <a:rPr sz="2000" dirty="0"/>
              <a:t>- Document type and section</a:t>
            </a:r>
          </a:p>
          <a:p>
            <a:r>
              <a:rPr sz="2000" dirty="0"/>
              <a:t>- Jurisdiction and court level</a:t>
            </a:r>
          </a:p>
          <a:p>
            <a:r>
              <a:rPr sz="2000" dirty="0"/>
              <a:t>- Temporal information</a:t>
            </a:r>
          </a:p>
          <a:p>
            <a:r>
              <a:rPr sz="2000" dirty="0"/>
              <a:t>- Key legal concepts and principles</a:t>
            </a:r>
          </a:p>
          <a:p>
            <a:r>
              <a:rPr sz="2000" dirty="0"/>
              <a:t>- Relationship to overall document argument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- Embeddings &amp; BM25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Use embeddings based on legal texts such as:</a:t>
            </a:r>
          </a:p>
          <a:p>
            <a:r>
              <a:rPr sz="2800" dirty="0" err="1"/>
              <a:t>nlpaueb</a:t>
            </a:r>
            <a:r>
              <a:rPr sz="2800" dirty="0"/>
              <a:t>/legal-</a:t>
            </a:r>
            <a:r>
              <a:rPr sz="2800" dirty="0" err="1"/>
              <a:t>bert</a:t>
            </a:r>
            <a:r>
              <a:rPr sz="2800" dirty="0"/>
              <a:t>-base-uncased-sentence-transformer</a:t>
            </a:r>
          </a:p>
          <a:p>
            <a:r>
              <a:rPr sz="2800" dirty="0"/>
              <a:t>Prepend generated legal context to each segment before embedding.</a:t>
            </a:r>
          </a:p>
          <a:p>
            <a:r>
              <a:rPr sz="2800" dirty="0"/>
              <a:t>Create an enhanced BM25 index for contextualized segments.</a:t>
            </a:r>
          </a:p>
          <a:p>
            <a:r>
              <a:rPr sz="2800" dirty="0"/>
              <a:t>Improve exact matching for legal citations and terminology.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- Legal Retrieval &amp;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Vector Similarity Search: Embed query and find similar contextualized segments.</a:t>
            </a:r>
          </a:p>
          <a:p>
            <a:r>
              <a:rPr sz="2400" dirty="0"/>
              <a:t>Contextual Legal BM25: Find relevant segments based on exact matches.</a:t>
            </a:r>
          </a:p>
          <a:p>
            <a:r>
              <a:rPr sz="2400" dirty="0"/>
              <a:t>Result Fusion: Combine and deduplicate results.</a:t>
            </a:r>
          </a:p>
          <a:p>
            <a:r>
              <a:rPr sz="2400" dirty="0"/>
              <a:t>Legal Reranking: Specialized model assesses relevance considering:</a:t>
            </a:r>
          </a:p>
          <a:p>
            <a:r>
              <a:rPr sz="2400" dirty="0"/>
              <a:t>- Jurisdictional relevance</a:t>
            </a:r>
          </a:p>
          <a:p>
            <a:r>
              <a:rPr sz="2400" dirty="0"/>
              <a:t>- Precedential value</a:t>
            </a:r>
          </a:p>
          <a:p>
            <a:r>
              <a:rPr sz="2400" dirty="0"/>
              <a:t>- Recency of legal decision</a:t>
            </a:r>
          </a:p>
          <a:p>
            <a:r>
              <a:rPr sz="2400" dirty="0"/>
              <a:t>- Specificity to the legal question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- Graph Augmented Legal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knowledge graph from legal documents.</a:t>
            </a:r>
          </a:p>
          <a:p>
            <a:r>
              <a:t>Extract entities and relationships.</a:t>
            </a:r>
          </a:p>
          <a:p>
            <a:r>
              <a:t>Use graph to enhance Retrieval-Augmented Generation (RAG).</a:t>
            </a:r>
          </a:p>
          <a:p>
            <a:r>
              <a:t>Provide more accurate, context-rich legal information retrieval and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- Legal Reranker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or integrate a reranker specialized for legal texts.</a:t>
            </a:r>
          </a:p>
          <a:p>
            <a:r>
              <a:t>Focus on legal relevance signals.</a:t>
            </a:r>
          </a:p>
          <a:p>
            <a:r>
              <a:t>Integrate into the retrieval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have built the foundation for a legal document retrieval system.</a:t>
            </a:r>
          </a:p>
          <a:p>
            <a:r>
              <a:t>Next steps include improving OCR, chunking, embeddings, and retrieval.</a:t>
            </a:r>
          </a:p>
          <a:p>
            <a:r>
              <a:t>Goal: Build an advanced, graph-augmented legal RAG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418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Legal Document Processing Project</vt:lpstr>
      <vt:lpstr>Table of Contents</vt:lpstr>
      <vt:lpstr>Project Overview</vt:lpstr>
      <vt:lpstr>Completed Work</vt:lpstr>
      <vt:lpstr>Future Work - Text Preprocessing</vt:lpstr>
      <vt:lpstr>Future Work - Embeddings &amp; BM25</vt:lpstr>
      <vt:lpstr>Future Work - Legal Retrieval &amp; Fusion</vt:lpstr>
      <vt:lpstr>Future Work - Graph Augmented Legal RAG</vt:lpstr>
      <vt:lpstr>Future Work - Legal Reranker</vt:lpstr>
      <vt:lpstr>Summary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zeynab kiani</cp:lastModifiedBy>
  <cp:revision>2</cp:revision>
  <dcterms:created xsi:type="dcterms:W3CDTF">2013-01-27T09:14:16Z</dcterms:created>
  <dcterms:modified xsi:type="dcterms:W3CDTF">2025-09-28T05:51:35Z</dcterms:modified>
  <cp:category/>
</cp:coreProperties>
</file>